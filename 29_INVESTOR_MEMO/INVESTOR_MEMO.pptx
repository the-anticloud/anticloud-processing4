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PROCESSING4 | Category: ARTIST_TOOLS</a:t>
            </a:r>
          </a:p>
          <a:p>
            <a: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Creative coding platform for visual artists without data egress. Cloud-hosted alternatives leak data by architecture; Anticloud FZ LLE delivers PROCESSING4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PROCESSING4 (https://github.com/processing/processing4, GPL/LGPL)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ARTIST_TOOLS;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