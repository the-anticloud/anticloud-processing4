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PROCESSING4 (ARTIST_TOOLS)</a:t>
            </a:r>
          </a:p>
          <a:p>
            <a: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PROCESSING4 is an Anticloud FZ LLE integration of Creative coding platform for visual artists,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GPL/LGPL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ARTIST_TOOLS.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