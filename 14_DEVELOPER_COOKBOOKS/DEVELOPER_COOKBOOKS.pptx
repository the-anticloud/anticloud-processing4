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Developer Cookbooks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Company: Anticloud FZ LLE</a:t>
            </a:r>
          </a:p>
          <a:p>
            <a:r>
              <a:rPr sz="1000">
                <a:solidFill>
                  <a:srgbClr val="222222"/>
                </a:solidFill>
              </a:rPr>
              <a:t>Model: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Project: PROCESSING4 | Category: ARTIST_TOOLS</a:t>
            </a:r>
          </a:p>
          <a:p>
            <a:r>
              <a:rPr sz="1000">
                <a:solidFill>
                  <a:srgbClr val="222222"/>
                </a:solidFill>
              </a:rPr>
              <a:t>Upstream: https://github.com/processing/processing4 (GPL/LGPL)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This document covers developer cookbooks for the Anticloud integration of PROCESSING4.</a:t>
            </a:r>
          </a:p>
          <a:p>
            <a:r>
              <a:rPr sz="1000">
                <a:solidFill>
                  <a:srgbClr val="222222"/>
                </a:solidFill>
              </a:rPr>
              <a:t>Creative coding platform for visual artists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PAX L5 Narrow L2 General 27B is integrated into PROCESSING4 to provide:</a:t>
            </a:r>
          </a:p>
          <a:p>
            <a:r>
              <a:rPr sz="1000">
                <a:solidFill>
                  <a:srgbClr val="222222"/>
                </a:solidFill>
              </a:rPr>
              <a:t>- Local AI inference with zero cloud dependency</a:t>
            </a:r>
          </a:p>
          <a:p>
            <a:r>
              <a:rPr sz="1000">
                <a:solidFill>
                  <a:srgbClr val="222222"/>
                </a:solidFill>
              </a:rPr>
              <a:t>- AIOSS tamper-evident audit chain</a:t>
            </a:r>
          </a:p>
          <a:p>
            <a:r>
              <a:rPr sz="1000">
                <a:solidFill>
                  <a:srgbClr val="222222"/>
                </a:solidFill>
              </a:rPr>
              <a:t>- AES-256 encryption at rest</a:t>
            </a:r>
          </a:p>
          <a:p>
            <a:r>
              <a:rPr sz="1000">
                <a:solidFill>
                  <a:srgbClr val="222222"/>
                </a:solidFill>
              </a:rPr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Lois-Kleinner Alpasan — CEO &amp; CTO, Anticloud FZ LLE</a:t>
            </a:r>
          </a:p>
          <a:p>
            <a:r>
              <a:rPr sz="1000">
                <a:solidFill>
                  <a:srgbClr val="222222"/>
                </a:solidFill>
              </a:rPr>
              <a:t>  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