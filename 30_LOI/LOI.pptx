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PROCESSING4 | Category: ARTIST_TOOLS</a:t>
            </a:r>
          </a:p>
          <a:p>
            <a:r>
              <a:t>Upstream: https://github.com/processing/processing4 (GPL/LGPL)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PROCESSING4 (Creative coding platform for visual artists),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GPL/LGPL;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