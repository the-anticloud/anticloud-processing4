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ARTIST_TOOLS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GPL/LGPL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https://github.com/processing/processing4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