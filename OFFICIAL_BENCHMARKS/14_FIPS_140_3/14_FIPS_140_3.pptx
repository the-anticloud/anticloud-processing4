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2026-10-02T09:27:50.041664Z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3991dda0a8f1b2cf1ac0f5ebb0a527fec516abb06c093aa5e6a571f1a05c5491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2026-10-02T09:27:50.041664Z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