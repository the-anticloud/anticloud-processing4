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19 Sox Itgc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2026-10-02T09:27:50.961222Z | Framework ID: 19_SOX_ITGC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Sarbanes-Oxley Act 2002, Section 404, PCAOB AS 2201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Change Management, Access Controls, Computer Operations, Program Development all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immutable ledger provides SOX-compliant audit trail; Provenance chain covers change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3b06e15420064c27f945f6e81fbb0fb628e7d4f4830fe05fde648a7f266ec471</a:t>
            </a:r>
          </a:p>
          <a:p>
            <a:r>
              <a:rPr sz="1000">
                <a:solidFill>
                  <a:srgbClr val="222222"/>
                </a:solidFill>
              </a:rPr>
              <a:t>  SHA3-256 (chain) | 2522ea2733f8a512af389500be579c39a9d935d9749db1df5d05ab2629542bb1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2026-10-02T09:27:50.961222Z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