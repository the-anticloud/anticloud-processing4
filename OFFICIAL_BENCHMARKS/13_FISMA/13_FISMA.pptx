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2026-10-02T09:27:49.794520Z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14da2268d90f33e09c1bfaf08dfaba5658812dadffd770ebafb9e6a1e925fb0d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2026-10-02T09:27:49.794520Z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